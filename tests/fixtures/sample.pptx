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中文 PPT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副标题：第一张幻灯片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项目一：背景</a:t>
            </a:r>
          </a:p>
          <a:p>
            <a:r>
              <a:t>项目二：方案</a:t>
            </a:r>
          </a:p>
          <a:p>
            <a:r>
              <a:t>项目三：总结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